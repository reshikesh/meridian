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screens captured from the Meridian Redesign mockup, 7 June 2026 sample data, paper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day's entries, quick-add strip, and the seven-day bar strip. 9.5 h accounted for of 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Range picker calendar, coverage donut, direction split, and the category ribbon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Straight-line projection for one goal, plus the levers panel and all-goals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table with identity statements, target, progress and projected landing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52 discretionary hours, planned versus lived per category on one 16-hour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Weekly close-out prompt and the history of lessons, tagged by category or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 presets, goal picker that fills the category, and the saving-this-moves preview.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Identity statement first, then target and date, with the reachability check underneath.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Name, colour, and the More / Less / Upkeep direction choice that drives all scoring.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Archive-not-delete: archived rows keep their hours, only zero-hour categories can be deleted.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469" y="0"/>
            <a:ext cx="9175531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2026-08-30T16:43:31Z</dcterms:created>
  <dcterms:modified xsi:type="dcterms:W3CDTF">2026-08-30T16:43:31Z</dcterms:modified>
</cp:coreProperties>
</file>